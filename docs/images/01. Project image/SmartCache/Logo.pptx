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4660"/>
  </p:normalViewPr>
  <p:slideViewPr>
    <p:cSldViewPr snapToGrid="0">
      <p:cViewPr>
        <p:scale>
          <a:sx n="125" d="100"/>
          <a:sy n="125" d="100"/>
        </p:scale>
        <p:origin x="-70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5ACF-F8BD-B8BE-F50A-FFE6867C9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F289ED-23C8-48F0-A055-963D21DE5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52A04-E2A1-C6EB-04C0-590B3B99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BB22C-7D9D-3DB2-4DB8-7FB98C38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DF85-DF2F-BF94-D707-8F96CD74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896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4BDA5-DD23-B53A-569A-FCABC5F3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9A855-AFCF-CB18-2008-49695B5FF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103B9-4C9A-E4B6-FC64-E32098A53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7B50-A5CE-3B5B-CCDE-8BFFA6693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6A485-2866-D5F3-31FF-687D6138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3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9FBA8-06CC-C9BA-E268-0CB8731B2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C3F9E-8A09-66E5-FB38-1F8564E8E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E3BB2-1527-96AB-216E-8C1F17D6E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3FFE2-6B21-EA5C-9E96-622AAE87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2944A-FB3C-5910-EE4F-4585180E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2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A8A7A-7084-4B22-2C01-981598535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A9DCF-2E5C-251D-1EFF-F4B51F09C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091A4-A4F4-B114-9DF4-C84605A2D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26528-B11C-227D-D5AA-0E7905B60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619D1-B2EC-3D65-764E-68EF493BE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9B554E-D9C6-AFE9-66C3-A7221FD31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95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9151C-17B2-BA85-F3B7-D508A335A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E720E-E5E9-EE7D-0F30-E1FBB4A2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06E0D-AE90-5DF5-E3A2-15E906CC3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4B5147-3B0C-E6DF-E6A0-13AE2727C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038AD-64D8-013B-7651-79B61283B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47149-586A-701E-7A0A-706C2092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4EA106-7AD1-E9CC-FBC2-51DD6466C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D43C9-5B09-AD20-0542-3CC3EF70F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77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E6B6A-B46A-B8FB-4407-2E0A0D57C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5B480F-4836-5C75-1FE9-0523DC80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9F8581-3996-4A75-0C79-1C01FA4E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E8360-C0CF-1EA6-41F9-A19A7D00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49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D0C54-6D38-1A84-6C50-943232A4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9E69F0-E35C-6026-83ED-2061E9DA4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C8D35-B20A-A406-C1D4-BA34001E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7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0DFA-1DBE-17D0-998A-A6B6A0F09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F825F-5E0C-258A-47A2-47E3EE6F4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87B820-D676-5607-EF7B-FAB2EF87D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968100-AB45-9873-AC87-73A62573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37F65-CAE7-24A6-B157-43CBA741F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FA283-C620-14BC-6B15-549C2CCD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95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3AEB5-C9ED-E682-CF3A-D52DA87D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E1D06-7521-84B2-584C-A14ED0425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1E3B9-A2A0-1898-0538-8027B6680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0F08F-68B2-3187-8B45-C102B4A98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6E637-716F-8656-A136-E0EF3F41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C9ECB-77DF-3DAD-7B61-2B75D10E2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5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4BB1-C299-5C4F-75A9-DE71196F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F1D9E-40D3-4E92-CA56-9096BA107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AE3E0-2B1C-D2D5-4AFA-BABC6497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C55A5-B77D-40A5-11E5-1863601A8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CCC9C-772A-B9B3-AE0B-E5443A34C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00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B5C5E7-6419-F606-4EF3-C34F49AB30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BEFE6-4EB1-125C-D7C4-D8404B06E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74B78-EF59-1A93-CF57-9C09D634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475D2-BAF1-DE21-0E87-49332526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42997-0FFE-5553-F5AF-974291BF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8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7EA6A-626C-E2AD-742E-89C4772C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AC2557-60ED-6B80-D49C-8C9B494F3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A2C03-9176-3091-059E-F74619AF05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046E5-6622-4B04-9B44-3E42186FC053}" type="datetimeFigureOut">
              <a:rPr lang="en-US" smtClean="0"/>
              <a:t>8/16/2023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A2FA3-4ADE-B6D2-70A8-B5B95E08C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FD742-A857-D9B5-C384-D8D001C84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EE687-390D-4A63-9930-1D6387C35A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6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 descr="Aperture outline">
            <a:extLst>
              <a:ext uri="{FF2B5EF4-FFF2-40B4-BE49-F238E27FC236}">
                <a16:creationId xmlns:a16="http://schemas.microsoft.com/office/drawing/2014/main" id="{37F82F67-1D88-C806-69DD-E317DD617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4052" y="115888"/>
            <a:ext cx="914400" cy="914400"/>
          </a:xfrm>
          <a:prstGeom prst="rect">
            <a:avLst/>
          </a:prstGeom>
        </p:spPr>
      </p:pic>
      <p:pic>
        <p:nvPicPr>
          <p:cNvPr id="8" name="Graphic 7" descr="Target with solid fill">
            <a:extLst>
              <a:ext uri="{FF2B5EF4-FFF2-40B4-BE49-F238E27FC236}">
                <a16:creationId xmlns:a16="http://schemas.microsoft.com/office/drawing/2014/main" id="{88CA54A3-5B93-88C2-DDA3-00D0D015DF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46157" y="2730510"/>
            <a:ext cx="914400" cy="914400"/>
          </a:xfrm>
          <a:prstGeom prst="rect">
            <a:avLst/>
          </a:prstGeom>
        </p:spPr>
      </p:pic>
      <p:pic>
        <p:nvPicPr>
          <p:cNvPr id="10" name="Graphic 9" descr="Bullseye with solid fill">
            <a:extLst>
              <a:ext uri="{FF2B5EF4-FFF2-40B4-BE49-F238E27FC236}">
                <a16:creationId xmlns:a16="http://schemas.microsoft.com/office/drawing/2014/main" id="{3E937C29-2B49-6C45-456D-8F941C5FD6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4052" y="1753310"/>
            <a:ext cx="914400" cy="914400"/>
          </a:xfrm>
          <a:prstGeom prst="rect">
            <a:avLst/>
          </a:prstGeom>
        </p:spPr>
      </p:pic>
      <p:pic>
        <p:nvPicPr>
          <p:cNvPr id="15" name="Graphic 14" descr="Table outline">
            <a:extLst>
              <a:ext uri="{FF2B5EF4-FFF2-40B4-BE49-F238E27FC236}">
                <a16:creationId xmlns:a16="http://schemas.microsoft.com/office/drawing/2014/main" id="{A41261BA-CF5F-0C0E-FE9B-72D567244B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54052" y="934599"/>
            <a:ext cx="914400" cy="914400"/>
          </a:xfrm>
          <a:prstGeom prst="rect">
            <a:avLst/>
          </a:prstGeom>
        </p:spPr>
      </p:pic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E4ADD137-BD01-4771-857A-693CD3C82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757174"/>
              </p:ext>
            </p:extLst>
          </p:nvPr>
        </p:nvGraphicFramePr>
        <p:xfrm>
          <a:off x="331443" y="435381"/>
          <a:ext cx="9384750" cy="58521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8550">
                  <a:extLst>
                    <a:ext uri="{9D8B030D-6E8A-4147-A177-3AD203B41FA5}">
                      <a16:colId xmlns:a16="http://schemas.microsoft.com/office/drawing/2014/main" val="406125983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49408175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20802465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65905229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4888151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59101346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01359789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62223805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6647115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58542769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39095276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86020289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20942648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563130868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5642457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55883480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4336386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25666543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87866385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955341164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78712339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829835901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03535995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056953328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84787931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83794393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71520967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342075170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81446726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78055085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96663399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7478374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85467236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33575943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4126546484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805845727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86120789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1730713584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644377255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721098180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468163302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3880612456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567317109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240804578"/>
                    </a:ext>
                  </a:extLst>
                </a:gridCol>
                <a:gridCol w="208550">
                  <a:extLst>
                    <a:ext uri="{9D8B030D-6E8A-4147-A177-3AD203B41FA5}">
                      <a16:colId xmlns:a16="http://schemas.microsoft.com/office/drawing/2014/main" val="254452391"/>
                    </a:ext>
                  </a:extLst>
                </a:gridCol>
              </a:tblGrid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336191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590120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505437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747539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43324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415560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540577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21756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110416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890515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96234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040053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0612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974513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915928"/>
                  </a:ext>
                </a:extLst>
              </a:tr>
              <a:tr h="3459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6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81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EB8F1-162D-8238-4AC8-1520EB272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2F26D4-D56F-51C4-5A62-4C5CB62C54B6}"/>
              </a:ext>
            </a:extLst>
          </p:cNvPr>
          <p:cNvSpPr/>
          <p:nvPr/>
        </p:nvSpPr>
        <p:spPr>
          <a:xfrm>
            <a:off x="6460225" y="2151369"/>
            <a:ext cx="137176" cy="137176"/>
          </a:xfrm>
          <a:custGeom>
            <a:avLst/>
            <a:gdLst>
              <a:gd name="connsiteX0" fmla="*/ 41153 w 137176"/>
              <a:gd name="connsiteY0" fmla="*/ 0 h 137176"/>
              <a:gd name="connsiteX1" fmla="*/ 0 w 137176"/>
              <a:gd name="connsiteY1" fmla="*/ 41153 h 137176"/>
              <a:gd name="connsiteX2" fmla="*/ 0 w 137176"/>
              <a:gd name="connsiteY2" fmla="*/ 96023 h 137176"/>
              <a:gd name="connsiteX3" fmla="*/ 41153 w 137176"/>
              <a:gd name="connsiteY3" fmla="*/ 137176 h 137176"/>
              <a:gd name="connsiteX4" fmla="*/ 96023 w 137176"/>
              <a:gd name="connsiteY4" fmla="*/ 137176 h 137176"/>
              <a:gd name="connsiteX5" fmla="*/ 137176 w 137176"/>
              <a:gd name="connsiteY5" fmla="*/ 96023 h 137176"/>
              <a:gd name="connsiteX6" fmla="*/ 137176 w 137176"/>
              <a:gd name="connsiteY6" fmla="*/ 41153 h 137176"/>
              <a:gd name="connsiteX7" fmla="*/ 96023 w 137176"/>
              <a:gd name="connsiteY7" fmla="*/ 0 h 137176"/>
              <a:gd name="connsiteX8" fmla="*/ 109741 w 137176"/>
              <a:gd name="connsiteY8" fmla="*/ 41153 h 137176"/>
              <a:gd name="connsiteX9" fmla="*/ 109741 w 137176"/>
              <a:gd name="connsiteY9" fmla="*/ 96023 h 137176"/>
              <a:gd name="connsiteX10" fmla="*/ 96023 w 137176"/>
              <a:gd name="connsiteY10" fmla="*/ 109741 h 137176"/>
              <a:gd name="connsiteX11" fmla="*/ 41153 w 137176"/>
              <a:gd name="connsiteY11" fmla="*/ 109741 h 137176"/>
              <a:gd name="connsiteX12" fmla="*/ 27435 w 137176"/>
              <a:gd name="connsiteY12" fmla="*/ 96023 h 137176"/>
              <a:gd name="connsiteX13" fmla="*/ 27435 w 137176"/>
              <a:gd name="connsiteY13" fmla="*/ 41153 h 137176"/>
              <a:gd name="connsiteX14" fmla="*/ 41153 w 137176"/>
              <a:gd name="connsiteY14" fmla="*/ 27435 h 137176"/>
              <a:gd name="connsiteX15" fmla="*/ 96023 w 137176"/>
              <a:gd name="connsiteY15" fmla="*/ 27435 h 137176"/>
              <a:gd name="connsiteX16" fmla="*/ 109741 w 137176"/>
              <a:gd name="connsiteY16" fmla="*/ 41153 h 13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7176" h="137176">
                <a:moveTo>
                  <a:pt x="41153" y="0"/>
                </a:moveTo>
                <a:cubicBezTo>
                  <a:pt x="18424" y="0"/>
                  <a:pt x="0" y="18424"/>
                  <a:pt x="0" y="41153"/>
                </a:cubicBezTo>
                <a:lnTo>
                  <a:pt x="0" y="96023"/>
                </a:lnTo>
                <a:cubicBezTo>
                  <a:pt x="0" y="118752"/>
                  <a:pt x="18424" y="137176"/>
                  <a:pt x="41153" y="137176"/>
                </a:cubicBezTo>
                <a:lnTo>
                  <a:pt x="96023" y="137176"/>
                </a:lnTo>
                <a:cubicBezTo>
                  <a:pt x="118752" y="137176"/>
                  <a:pt x="137176" y="118752"/>
                  <a:pt x="137176" y="96023"/>
                </a:cubicBezTo>
                <a:lnTo>
                  <a:pt x="137176" y="41153"/>
                </a:lnTo>
                <a:cubicBezTo>
                  <a:pt x="137176" y="18424"/>
                  <a:pt x="118752" y="0"/>
                  <a:pt x="96023" y="0"/>
                </a:cubicBezTo>
                <a:close/>
                <a:moveTo>
                  <a:pt x="109741" y="41153"/>
                </a:moveTo>
                <a:lnTo>
                  <a:pt x="109741" y="96023"/>
                </a:lnTo>
                <a:cubicBezTo>
                  <a:pt x="109741" y="103600"/>
                  <a:pt x="103600" y="109741"/>
                  <a:pt x="96023" y="109741"/>
                </a:cubicBezTo>
                <a:lnTo>
                  <a:pt x="41153" y="109741"/>
                </a:lnTo>
                <a:cubicBezTo>
                  <a:pt x="33577" y="109741"/>
                  <a:pt x="27435" y="103600"/>
                  <a:pt x="27435" y="96023"/>
                </a:cubicBezTo>
                <a:lnTo>
                  <a:pt x="27435" y="41153"/>
                </a:lnTo>
                <a:cubicBezTo>
                  <a:pt x="27435" y="33577"/>
                  <a:pt x="33577" y="27435"/>
                  <a:pt x="41153" y="27435"/>
                </a:cubicBezTo>
                <a:lnTo>
                  <a:pt x="96023" y="27435"/>
                </a:lnTo>
                <a:cubicBezTo>
                  <a:pt x="103600" y="27435"/>
                  <a:pt x="109741" y="33577"/>
                  <a:pt x="109741" y="41153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97E2317-8A41-272B-1A5D-1E9CC60E7948}"/>
              </a:ext>
            </a:extLst>
          </p:cNvPr>
          <p:cNvSpPr/>
          <p:nvPr/>
        </p:nvSpPr>
        <p:spPr>
          <a:xfrm>
            <a:off x="6652272" y="2110217"/>
            <a:ext cx="219482" cy="219482"/>
          </a:xfrm>
          <a:custGeom>
            <a:avLst/>
            <a:gdLst>
              <a:gd name="connsiteX0" fmla="*/ 41153 w 219482"/>
              <a:gd name="connsiteY0" fmla="*/ 219482 h 219482"/>
              <a:gd name="connsiteX1" fmla="*/ 178329 w 219482"/>
              <a:gd name="connsiteY1" fmla="*/ 219482 h 219482"/>
              <a:gd name="connsiteX2" fmla="*/ 219482 w 219482"/>
              <a:gd name="connsiteY2" fmla="*/ 178329 h 219482"/>
              <a:gd name="connsiteX3" fmla="*/ 219482 w 219482"/>
              <a:gd name="connsiteY3" fmla="*/ 41153 h 219482"/>
              <a:gd name="connsiteX4" fmla="*/ 178329 w 219482"/>
              <a:gd name="connsiteY4" fmla="*/ 0 h 219482"/>
              <a:gd name="connsiteX5" fmla="*/ 41153 w 219482"/>
              <a:gd name="connsiteY5" fmla="*/ 0 h 219482"/>
              <a:gd name="connsiteX6" fmla="*/ 0 w 219482"/>
              <a:gd name="connsiteY6" fmla="*/ 41153 h 219482"/>
              <a:gd name="connsiteX7" fmla="*/ 0 w 219482"/>
              <a:gd name="connsiteY7" fmla="*/ 178329 h 219482"/>
              <a:gd name="connsiteX8" fmla="*/ 41153 w 219482"/>
              <a:gd name="connsiteY8" fmla="*/ 219482 h 219482"/>
              <a:gd name="connsiteX9" fmla="*/ 27435 w 219482"/>
              <a:gd name="connsiteY9" fmla="*/ 41153 h 219482"/>
              <a:gd name="connsiteX10" fmla="*/ 41153 w 219482"/>
              <a:gd name="connsiteY10" fmla="*/ 27435 h 219482"/>
              <a:gd name="connsiteX11" fmla="*/ 178329 w 219482"/>
              <a:gd name="connsiteY11" fmla="*/ 27435 h 219482"/>
              <a:gd name="connsiteX12" fmla="*/ 192047 w 219482"/>
              <a:gd name="connsiteY12" fmla="*/ 41153 h 219482"/>
              <a:gd name="connsiteX13" fmla="*/ 192047 w 219482"/>
              <a:gd name="connsiteY13" fmla="*/ 178329 h 219482"/>
              <a:gd name="connsiteX14" fmla="*/ 178329 w 219482"/>
              <a:gd name="connsiteY14" fmla="*/ 192047 h 219482"/>
              <a:gd name="connsiteX15" fmla="*/ 41153 w 219482"/>
              <a:gd name="connsiteY15" fmla="*/ 192047 h 219482"/>
              <a:gd name="connsiteX16" fmla="*/ 27435 w 219482"/>
              <a:gd name="connsiteY16" fmla="*/ 178329 h 21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9482" h="219482">
                <a:moveTo>
                  <a:pt x="41153" y="219482"/>
                </a:moveTo>
                <a:lnTo>
                  <a:pt x="178329" y="219482"/>
                </a:lnTo>
                <a:cubicBezTo>
                  <a:pt x="201058" y="219482"/>
                  <a:pt x="219482" y="201058"/>
                  <a:pt x="219482" y="178329"/>
                </a:cubicBezTo>
                <a:lnTo>
                  <a:pt x="219482" y="41153"/>
                </a:lnTo>
                <a:cubicBezTo>
                  <a:pt x="219482" y="18424"/>
                  <a:pt x="201058" y="0"/>
                  <a:pt x="178329" y="0"/>
                </a:cubicBezTo>
                <a:lnTo>
                  <a:pt x="41153" y="0"/>
                </a:lnTo>
                <a:cubicBezTo>
                  <a:pt x="18424" y="0"/>
                  <a:pt x="0" y="18424"/>
                  <a:pt x="0" y="41153"/>
                </a:cubicBezTo>
                <a:lnTo>
                  <a:pt x="0" y="178329"/>
                </a:lnTo>
                <a:cubicBezTo>
                  <a:pt x="0" y="201058"/>
                  <a:pt x="18424" y="219482"/>
                  <a:pt x="41153" y="219482"/>
                </a:cubicBezTo>
                <a:close/>
                <a:moveTo>
                  <a:pt x="27435" y="41153"/>
                </a:moveTo>
                <a:cubicBezTo>
                  <a:pt x="27435" y="33577"/>
                  <a:pt x="33577" y="27435"/>
                  <a:pt x="41153" y="27435"/>
                </a:cubicBezTo>
                <a:lnTo>
                  <a:pt x="178329" y="27435"/>
                </a:lnTo>
                <a:cubicBezTo>
                  <a:pt x="185906" y="27435"/>
                  <a:pt x="192047" y="33577"/>
                  <a:pt x="192047" y="41153"/>
                </a:cubicBezTo>
                <a:lnTo>
                  <a:pt x="192047" y="178329"/>
                </a:lnTo>
                <a:cubicBezTo>
                  <a:pt x="192047" y="185906"/>
                  <a:pt x="185906" y="192047"/>
                  <a:pt x="178329" y="192047"/>
                </a:cubicBezTo>
                <a:lnTo>
                  <a:pt x="41153" y="192047"/>
                </a:lnTo>
                <a:cubicBezTo>
                  <a:pt x="33577" y="192047"/>
                  <a:pt x="27435" y="185906"/>
                  <a:pt x="27435" y="178329"/>
                </a:cubicBezTo>
                <a:close/>
              </a:path>
            </a:pathLst>
          </a:custGeom>
          <a:solidFill>
            <a:srgbClr val="000000"/>
          </a:solidFill>
          <a:ln w="136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A874A70-13D5-0A77-0979-4117F49F6F1B}"/>
              </a:ext>
            </a:extLst>
          </p:cNvPr>
          <p:cNvSpPr/>
          <p:nvPr/>
        </p:nvSpPr>
        <p:spPr>
          <a:xfrm>
            <a:off x="6926625" y="2069064"/>
            <a:ext cx="301787" cy="301787"/>
          </a:xfrm>
          <a:custGeom>
            <a:avLst/>
            <a:gdLst>
              <a:gd name="connsiteX0" fmla="*/ 41153 w 301787"/>
              <a:gd name="connsiteY0" fmla="*/ 301788 h 301787"/>
              <a:gd name="connsiteX1" fmla="*/ 260635 w 301787"/>
              <a:gd name="connsiteY1" fmla="*/ 301788 h 301787"/>
              <a:gd name="connsiteX2" fmla="*/ 301788 w 301787"/>
              <a:gd name="connsiteY2" fmla="*/ 260635 h 301787"/>
              <a:gd name="connsiteX3" fmla="*/ 301788 w 301787"/>
              <a:gd name="connsiteY3" fmla="*/ 41153 h 301787"/>
              <a:gd name="connsiteX4" fmla="*/ 260635 w 301787"/>
              <a:gd name="connsiteY4" fmla="*/ 0 h 301787"/>
              <a:gd name="connsiteX5" fmla="*/ 41153 w 301787"/>
              <a:gd name="connsiteY5" fmla="*/ 0 h 301787"/>
              <a:gd name="connsiteX6" fmla="*/ 0 w 301787"/>
              <a:gd name="connsiteY6" fmla="*/ 41153 h 301787"/>
              <a:gd name="connsiteX7" fmla="*/ 0 w 301787"/>
              <a:gd name="connsiteY7" fmla="*/ 260635 h 301787"/>
              <a:gd name="connsiteX8" fmla="*/ 41153 w 301787"/>
              <a:gd name="connsiteY8" fmla="*/ 301788 h 301787"/>
              <a:gd name="connsiteX9" fmla="*/ 27435 w 301787"/>
              <a:gd name="connsiteY9" fmla="*/ 41153 h 301787"/>
              <a:gd name="connsiteX10" fmla="*/ 41153 w 301787"/>
              <a:gd name="connsiteY10" fmla="*/ 27435 h 301787"/>
              <a:gd name="connsiteX11" fmla="*/ 260635 w 301787"/>
              <a:gd name="connsiteY11" fmla="*/ 27435 h 301787"/>
              <a:gd name="connsiteX12" fmla="*/ 274353 w 301787"/>
              <a:gd name="connsiteY12" fmla="*/ 41153 h 301787"/>
              <a:gd name="connsiteX13" fmla="*/ 274353 w 301787"/>
              <a:gd name="connsiteY13" fmla="*/ 260635 h 301787"/>
              <a:gd name="connsiteX14" fmla="*/ 260635 w 301787"/>
              <a:gd name="connsiteY14" fmla="*/ 274353 h 301787"/>
              <a:gd name="connsiteX15" fmla="*/ 41153 w 301787"/>
              <a:gd name="connsiteY15" fmla="*/ 274353 h 301787"/>
              <a:gd name="connsiteX16" fmla="*/ 27435 w 301787"/>
              <a:gd name="connsiteY16" fmla="*/ 260635 h 30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1787" h="301787">
                <a:moveTo>
                  <a:pt x="41153" y="301788"/>
                </a:moveTo>
                <a:lnTo>
                  <a:pt x="260635" y="301788"/>
                </a:lnTo>
                <a:cubicBezTo>
                  <a:pt x="283364" y="301788"/>
                  <a:pt x="301788" y="283364"/>
                  <a:pt x="301788" y="260635"/>
                </a:cubicBezTo>
                <a:lnTo>
                  <a:pt x="301788" y="41153"/>
                </a:lnTo>
                <a:cubicBezTo>
                  <a:pt x="301788" y="18424"/>
                  <a:pt x="283364" y="0"/>
                  <a:pt x="260635" y="0"/>
                </a:cubicBezTo>
                <a:lnTo>
                  <a:pt x="41153" y="0"/>
                </a:lnTo>
                <a:cubicBezTo>
                  <a:pt x="18424" y="0"/>
                  <a:pt x="0" y="18424"/>
                  <a:pt x="0" y="41153"/>
                </a:cubicBezTo>
                <a:lnTo>
                  <a:pt x="0" y="260635"/>
                </a:lnTo>
                <a:cubicBezTo>
                  <a:pt x="0" y="283364"/>
                  <a:pt x="18424" y="301788"/>
                  <a:pt x="41153" y="301788"/>
                </a:cubicBezTo>
                <a:close/>
                <a:moveTo>
                  <a:pt x="27435" y="41153"/>
                </a:moveTo>
                <a:cubicBezTo>
                  <a:pt x="27435" y="33577"/>
                  <a:pt x="33577" y="27435"/>
                  <a:pt x="41153" y="27435"/>
                </a:cubicBezTo>
                <a:lnTo>
                  <a:pt x="260635" y="27435"/>
                </a:lnTo>
                <a:cubicBezTo>
                  <a:pt x="268211" y="27435"/>
                  <a:pt x="274353" y="33577"/>
                  <a:pt x="274353" y="41153"/>
                </a:cubicBezTo>
                <a:lnTo>
                  <a:pt x="274353" y="260635"/>
                </a:lnTo>
                <a:cubicBezTo>
                  <a:pt x="274353" y="268211"/>
                  <a:pt x="268211" y="274353"/>
                  <a:pt x="260635" y="274353"/>
                </a:cubicBezTo>
                <a:lnTo>
                  <a:pt x="41153" y="274353"/>
                </a:lnTo>
                <a:cubicBezTo>
                  <a:pt x="33577" y="274353"/>
                  <a:pt x="27435" y="268211"/>
                  <a:pt x="27435" y="260635"/>
                </a:cubicBezTo>
                <a:close/>
              </a:path>
            </a:pathLst>
          </a:custGeom>
          <a:solidFill>
            <a:srgbClr val="000000"/>
          </a:solidFill>
          <a:ln w="136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0B1F07-7C67-AF83-F03F-EDCD93132611}"/>
              </a:ext>
            </a:extLst>
          </p:cNvPr>
          <p:cNvSpPr/>
          <p:nvPr/>
        </p:nvSpPr>
        <p:spPr>
          <a:xfrm>
            <a:off x="6311243" y="4878998"/>
            <a:ext cx="184923" cy="260333"/>
          </a:xfrm>
          <a:custGeom>
            <a:avLst/>
            <a:gdLst>
              <a:gd name="connsiteX0" fmla="*/ 0 w 184923"/>
              <a:gd name="connsiteY0" fmla="*/ 260334 h 260333"/>
              <a:gd name="connsiteX1" fmla="*/ 184923 w 184923"/>
              <a:gd name="connsiteY1" fmla="*/ 130167 h 260333"/>
              <a:gd name="connsiteX2" fmla="*/ 0 w 184923"/>
              <a:gd name="connsiteY2" fmla="*/ 0 h 260333"/>
              <a:gd name="connsiteX3" fmla="*/ 0 w 184923"/>
              <a:gd name="connsiteY3" fmla="*/ 260334 h 260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923" h="260333">
                <a:moveTo>
                  <a:pt x="0" y="260334"/>
                </a:moveTo>
                <a:lnTo>
                  <a:pt x="184923" y="130167"/>
                </a:lnTo>
                <a:lnTo>
                  <a:pt x="0" y="0"/>
                </a:lnTo>
                <a:lnTo>
                  <a:pt x="0" y="260334"/>
                </a:lnTo>
                <a:close/>
              </a:path>
            </a:pathLst>
          </a:custGeom>
          <a:solidFill>
            <a:srgbClr val="000000"/>
          </a:solidFill>
          <a:ln w="62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7035983-1D66-6621-6328-5AA1497FED0A}"/>
              </a:ext>
            </a:extLst>
          </p:cNvPr>
          <p:cNvSpPr/>
          <p:nvPr/>
        </p:nvSpPr>
        <p:spPr>
          <a:xfrm>
            <a:off x="6505569" y="4878998"/>
            <a:ext cx="184923" cy="260333"/>
          </a:xfrm>
          <a:custGeom>
            <a:avLst/>
            <a:gdLst>
              <a:gd name="connsiteX0" fmla="*/ 0 w 184923"/>
              <a:gd name="connsiteY0" fmla="*/ 260334 h 260333"/>
              <a:gd name="connsiteX1" fmla="*/ 184923 w 184923"/>
              <a:gd name="connsiteY1" fmla="*/ 130167 h 260333"/>
              <a:gd name="connsiteX2" fmla="*/ 0 w 184923"/>
              <a:gd name="connsiteY2" fmla="*/ 0 h 260333"/>
              <a:gd name="connsiteX3" fmla="*/ 0 w 184923"/>
              <a:gd name="connsiteY3" fmla="*/ 260334 h 260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923" h="260333">
                <a:moveTo>
                  <a:pt x="0" y="260334"/>
                </a:moveTo>
                <a:lnTo>
                  <a:pt x="184923" y="130167"/>
                </a:lnTo>
                <a:lnTo>
                  <a:pt x="0" y="0"/>
                </a:lnTo>
                <a:lnTo>
                  <a:pt x="0" y="260334"/>
                </a:lnTo>
                <a:close/>
              </a:path>
            </a:pathLst>
          </a:custGeom>
          <a:solidFill>
            <a:srgbClr val="000000"/>
          </a:solidFill>
          <a:ln w="62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F387897-8A0F-C98F-E48A-74140F6641AA}"/>
              </a:ext>
            </a:extLst>
          </p:cNvPr>
          <p:cNvSpPr/>
          <p:nvPr/>
        </p:nvSpPr>
        <p:spPr>
          <a:xfrm>
            <a:off x="6460225" y="2516144"/>
            <a:ext cx="137176" cy="137176"/>
          </a:xfrm>
          <a:custGeom>
            <a:avLst/>
            <a:gdLst>
              <a:gd name="connsiteX0" fmla="*/ 41153 w 137176"/>
              <a:gd name="connsiteY0" fmla="*/ 0 h 137176"/>
              <a:gd name="connsiteX1" fmla="*/ 0 w 137176"/>
              <a:gd name="connsiteY1" fmla="*/ 41153 h 137176"/>
              <a:gd name="connsiteX2" fmla="*/ 0 w 137176"/>
              <a:gd name="connsiteY2" fmla="*/ 96023 h 137176"/>
              <a:gd name="connsiteX3" fmla="*/ 41153 w 137176"/>
              <a:gd name="connsiteY3" fmla="*/ 137176 h 137176"/>
              <a:gd name="connsiteX4" fmla="*/ 96023 w 137176"/>
              <a:gd name="connsiteY4" fmla="*/ 137176 h 137176"/>
              <a:gd name="connsiteX5" fmla="*/ 137176 w 137176"/>
              <a:gd name="connsiteY5" fmla="*/ 96023 h 137176"/>
              <a:gd name="connsiteX6" fmla="*/ 137176 w 137176"/>
              <a:gd name="connsiteY6" fmla="*/ 41153 h 137176"/>
              <a:gd name="connsiteX7" fmla="*/ 96023 w 137176"/>
              <a:gd name="connsiteY7" fmla="*/ 0 h 137176"/>
              <a:gd name="connsiteX8" fmla="*/ 109741 w 137176"/>
              <a:gd name="connsiteY8" fmla="*/ 41153 h 137176"/>
              <a:gd name="connsiteX9" fmla="*/ 109741 w 137176"/>
              <a:gd name="connsiteY9" fmla="*/ 96023 h 137176"/>
              <a:gd name="connsiteX10" fmla="*/ 96023 w 137176"/>
              <a:gd name="connsiteY10" fmla="*/ 109741 h 137176"/>
              <a:gd name="connsiteX11" fmla="*/ 41153 w 137176"/>
              <a:gd name="connsiteY11" fmla="*/ 109741 h 137176"/>
              <a:gd name="connsiteX12" fmla="*/ 27435 w 137176"/>
              <a:gd name="connsiteY12" fmla="*/ 96023 h 137176"/>
              <a:gd name="connsiteX13" fmla="*/ 27435 w 137176"/>
              <a:gd name="connsiteY13" fmla="*/ 41153 h 137176"/>
              <a:gd name="connsiteX14" fmla="*/ 41153 w 137176"/>
              <a:gd name="connsiteY14" fmla="*/ 27435 h 137176"/>
              <a:gd name="connsiteX15" fmla="*/ 96023 w 137176"/>
              <a:gd name="connsiteY15" fmla="*/ 27435 h 137176"/>
              <a:gd name="connsiteX16" fmla="*/ 109741 w 137176"/>
              <a:gd name="connsiteY16" fmla="*/ 41153 h 13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7176" h="137176">
                <a:moveTo>
                  <a:pt x="41153" y="0"/>
                </a:moveTo>
                <a:cubicBezTo>
                  <a:pt x="18424" y="0"/>
                  <a:pt x="0" y="18424"/>
                  <a:pt x="0" y="41153"/>
                </a:cubicBezTo>
                <a:lnTo>
                  <a:pt x="0" y="96023"/>
                </a:lnTo>
                <a:cubicBezTo>
                  <a:pt x="0" y="118752"/>
                  <a:pt x="18424" y="137176"/>
                  <a:pt x="41153" y="137176"/>
                </a:cubicBezTo>
                <a:lnTo>
                  <a:pt x="96023" y="137176"/>
                </a:lnTo>
                <a:cubicBezTo>
                  <a:pt x="118752" y="137176"/>
                  <a:pt x="137176" y="118752"/>
                  <a:pt x="137176" y="96023"/>
                </a:cubicBezTo>
                <a:lnTo>
                  <a:pt x="137176" y="41153"/>
                </a:lnTo>
                <a:cubicBezTo>
                  <a:pt x="137176" y="18424"/>
                  <a:pt x="118752" y="0"/>
                  <a:pt x="96023" y="0"/>
                </a:cubicBezTo>
                <a:close/>
                <a:moveTo>
                  <a:pt x="109741" y="41153"/>
                </a:moveTo>
                <a:lnTo>
                  <a:pt x="109741" y="96023"/>
                </a:lnTo>
                <a:cubicBezTo>
                  <a:pt x="109741" y="103600"/>
                  <a:pt x="103600" y="109741"/>
                  <a:pt x="96023" y="109741"/>
                </a:cubicBezTo>
                <a:lnTo>
                  <a:pt x="41153" y="109741"/>
                </a:lnTo>
                <a:cubicBezTo>
                  <a:pt x="33577" y="109741"/>
                  <a:pt x="27435" y="103600"/>
                  <a:pt x="27435" y="96023"/>
                </a:cubicBezTo>
                <a:lnTo>
                  <a:pt x="27435" y="41153"/>
                </a:lnTo>
                <a:cubicBezTo>
                  <a:pt x="27435" y="33577"/>
                  <a:pt x="33577" y="27435"/>
                  <a:pt x="41153" y="27435"/>
                </a:cubicBezTo>
                <a:lnTo>
                  <a:pt x="96023" y="27435"/>
                </a:lnTo>
                <a:cubicBezTo>
                  <a:pt x="103600" y="27435"/>
                  <a:pt x="109741" y="33577"/>
                  <a:pt x="109741" y="41153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D95581E-998B-863C-524B-ACD7AE7896C6}"/>
              </a:ext>
            </a:extLst>
          </p:cNvPr>
          <p:cNvSpPr/>
          <p:nvPr/>
        </p:nvSpPr>
        <p:spPr>
          <a:xfrm>
            <a:off x="6652272" y="2474992"/>
            <a:ext cx="219482" cy="219482"/>
          </a:xfrm>
          <a:custGeom>
            <a:avLst/>
            <a:gdLst>
              <a:gd name="connsiteX0" fmla="*/ 41153 w 219482"/>
              <a:gd name="connsiteY0" fmla="*/ 219482 h 219482"/>
              <a:gd name="connsiteX1" fmla="*/ 178329 w 219482"/>
              <a:gd name="connsiteY1" fmla="*/ 219482 h 219482"/>
              <a:gd name="connsiteX2" fmla="*/ 219482 w 219482"/>
              <a:gd name="connsiteY2" fmla="*/ 178329 h 219482"/>
              <a:gd name="connsiteX3" fmla="*/ 219482 w 219482"/>
              <a:gd name="connsiteY3" fmla="*/ 41153 h 219482"/>
              <a:gd name="connsiteX4" fmla="*/ 178329 w 219482"/>
              <a:gd name="connsiteY4" fmla="*/ 0 h 219482"/>
              <a:gd name="connsiteX5" fmla="*/ 41153 w 219482"/>
              <a:gd name="connsiteY5" fmla="*/ 0 h 219482"/>
              <a:gd name="connsiteX6" fmla="*/ 0 w 219482"/>
              <a:gd name="connsiteY6" fmla="*/ 41153 h 219482"/>
              <a:gd name="connsiteX7" fmla="*/ 0 w 219482"/>
              <a:gd name="connsiteY7" fmla="*/ 178329 h 219482"/>
              <a:gd name="connsiteX8" fmla="*/ 41153 w 219482"/>
              <a:gd name="connsiteY8" fmla="*/ 219482 h 219482"/>
              <a:gd name="connsiteX9" fmla="*/ 27435 w 219482"/>
              <a:gd name="connsiteY9" fmla="*/ 41153 h 219482"/>
              <a:gd name="connsiteX10" fmla="*/ 41153 w 219482"/>
              <a:gd name="connsiteY10" fmla="*/ 27435 h 219482"/>
              <a:gd name="connsiteX11" fmla="*/ 178329 w 219482"/>
              <a:gd name="connsiteY11" fmla="*/ 27435 h 219482"/>
              <a:gd name="connsiteX12" fmla="*/ 192047 w 219482"/>
              <a:gd name="connsiteY12" fmla="*/ 41153 h 219482"/>
              <a:gd name="connsiteX13" fmla="*/ 192047 w 219482"/>
              <a:gd name="connsiteY13" fmla="*/ 178329 h 219482"/>
              <a:gd name="connsiteX14" fmla="*/ 178329 w 219482"/>
              <a:gd name="connsiteY14" fmla="*/ 192047 h 219482"/>
              <a:gd name="connsiteX15" fmla="*/ 41153 w 219482"/>
              <a:gd name="connsiteY15" fmla="*/ 192047 h 219482"/>
              <a:gd name="connsiteX16" fmla="*/ 27435 w 219482"/>
              <a:gd name="connsiteY16" fmla="*/ 178329 h 21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9482" h="219482">
                <a:moveTo>
                  <a:pt x="41153" y="219482"/>
                </a:moveTo>
                <a:lnTo>
                  <a:pt x="178329" y="219482"/>
                </a:lnTo>
                <a:cubicBezTo>
                  <a:pt x="201058" y="219482"/>
                  <a:pt x="219482" y="201058"/>
                  <a:pt x="219482" y="178329"/>
                </a:cubicBezTo>
                <a:lnTo>
                  <a:pt x="219482" y="41153"/>
                </a:lnTo>
                <a:cubicBezTo>
                  <a:pt x="219482" y="18424"/>
                  <a:pt x="201058" y="0"/>
                  <a:pt x="178329" y="0"/>
                </a:cubicBezTo>
                <a:lnTo>
                  <a:pt x="41153" y="0"/>
                </a:lnTo>
                <a:cubicBezTo>
                  <a:pt x="18424" y="0"/>
                  <a:pt x="0" y="18424"/>
                  <a:pt x="0" y="41153"/>
                </a:cubicBezTo>
                <a:lnTo>
                  <a:pt x="0" y="178329"/>
                </a:lnTo>
                <a:cubicBezTo>
                  <a:pt x="0" y="201058"/>
                  <a:pt x="18424" y="219482"/>
                  <a:pt x="41153" y="219482"/>
                </a:cubicBezTo>
                <a:close/>
                <a:moveTo>
                  <a:pt x="27435" y="41153"/>
                </a:moveTo>
                <a:cubicBezTo>
                  <a:pt x="27435" y="33577"/>
                  <a:pt x="33577" y="27435"/>
                  <a:pt x="41153" y="27435"/>
                </a:cubicBezTo>
                <a:lnTo>
                  <a:pt x="178329" y="27435"/>
                </a:lnTo>
                <a:cubicBezTo>
                  <a:pt x="185906" y="27435"/>
                  <a:pt x="192047" y="33577"/>
                  <a:pt x="192047" y="41153"/>
                </a:cubicBezTo>
                <a:lnTo>
                  <a:pt x="192047" y="178329"/>
                </a:lnTo>
                <a:cubicBezTo>
                  <a:pt x="192047" y="185906"/>
                  <a:pt x="185906" y="192047"/>
                  <a:pt x="178329" y="192047"/>
                </a:cubicBezTo>
                <a:lnTo>
                  <a:pt x="41153" y="192047"/>
                </a:lnTo>
                <a:cubicBezTo>
                  <a:pt x="33577" y="192047"/>
                  <a:pt x="27435" y="185906"/>
                  <a:pt x="27435" y="178329"/>
                </a:cubicBezTo>
                <a:close/>
              </a:path>
            </a:pathLst>
          </a:custGeom>
          <a:solidFill>
            <a:srgbClr val="000000"/>
          </a:solidFill>
          <a:ln w="136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0C5BFB2-BFB4-3F09-3001-D793096A04B4}"/>
              </a:ext>
            </a:extLst>
          </p:cNvPr>
          <p:cNvSpPr/>
          <p:nvPr/>
        </p:nvSpPr>
        <p:spPr>
          <a:xfrm>
            <a:off x="6926625" y="2433839"/>
            <a:ext cx="301787" cy="301787"/>
          </a:xfrm>
          <a:custGeom>
            <a:avLst/>
            <a:gdLst>
              <a:gd name="connsiteX0" fmla="*/ 41153 w 301787"/>
              <a:gd name="connsiteY0" fmla="*/ 301788 h 301787"/>
              <a:gd name="connsiteX1" fmla="*/ 260635 w 301787"/>
              <a:gd name="connsiteY1" fmla="*/ 301788 h 301787"/>
              <a:gd name="connsiteX2" fmla="*/ 301788 w 301787"/>
              <a:gd name="connsiteY2" fmla="*/ 260635 h 301787"/>
              <a:gd name="connsiteX3" fmla="*/ 301788 w 301787"/>
              <a:gd name="connsiteY3" fmla="*/ 41153 h 301787"/>
              <a:gd name="connsiteX4" fmla="*/ 260635 w 301787"/>
              <a:gd name="connsiteY4" fmla="*/ 0 h 301787"/>
              <a:gd name="connsiteX5" fmla="*/ 41153 w 301787"/>
              <a:gd name="connsiteY5" fmla="*/ 0 h 301787"/>
              <a:gd name="connsiteX6" fmla="*/ 0 w 301787"/>
              <a:gd name="connsiteY6" fmla="*/ 41153 h 301787"/>
              <a:gd name="connsiteX7" fmla="*/ 0 w 301787"/>
              <a:gd name="connsiteY7" fmla="*/ 260635 h 301787"/>
              <a:gd name="connsiteX8" fmla="*/ 41153 w 301787"/>
              <a:gd name="connsiteY8" fmla="*/ 301788 h 301787"/>
              <a:gd name="connsiteX9" fmla="*/ 27435 w 301787"/>
              <a:gd name="connsiteY9" fmla="*/ 41153 h 301787"/>
              <a:gd name="connsiteX10" fmla="*/ 41153 w 301787"/>
              <a:gd name="connsiteY10" fmla="*/ 27435 h 301787"/>
              <a:gd name="connsiteX11" fmla="*/ 260635 w 301787"/>
              <a:gd name="connsiteY11" fmla="*/ 27435 h 301787"/>
              <a:gd name="connsiteX12" fmla="*/ 274353 w 301787"/>
              <a:gd name="connsiteY12" fmla="*/ 41153 h 301787"/>
              <a:gd name="connsiteX13" fmla="*/ 274353 w 301787"/>
              <a:gd name="connsiteY13" fmla="*/ 260635 h 301787"/>
              <a:gd name="connsiteX14" fmla="*/ 260635 w 301787"/>
              <a:gd name="connsiteY14" fmla="*/ 274353 h 301787"/>
              <a:gd name="connsiteX15" fmla="*/ 41153 w 301787"/>
              <a:gd name="connsiteY15" fmla="*/ 274353 h 301787"/>
              <a:gd name="connsiteX16" fmla="*/ 27435 w 301787"/>
              <a:gd name="connsiteY16" fmla="*/ 260635 h 30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01787" h="301787">
                <a:moveTo>
                  <a:pt x="41153" y="301788"/>
                </a:moveTo>
                <a:lnTo>
                  <a:pt x="260635" y="301788"/>
                </a:lnTo>
                <a:cubicBezTo>
                  <a:pt x="283364" y="301788"/>
                  <a:pt x="301788" y="283364"/>
                  <a:pt x="301788" y="260635"/>
                </a:cubicBezTo>
                <a:lnTo>
                  <a:pt x="301788" y="41153"/>
                </a:lnTo>
                <a:cubicBezTo>
                  <a:pt x="301788" y="18424"/>
                  <a:pt x="283364" y="0"/>
                  <a:pt x="260635" y="0"/>
                </a:cubicBezTo>
                <a:lnTo>
                  <a:pt x="41153" y="0"/>
                </a:lnTo>
                <a:cubicBezTo>
                  <a:pt x="18424" y="0"/>
                  <a:pt x="0" y="18424"/>
                  <a:pt x="0" y="41153"/>
                </a:cubicBezTo>
                <a:lnTo>
                  <a:pt x="0" y="260635"/>
                </a:lnTo>
                <a:cubicBezTo>
                  <a:pt x="0" y="283364"/>
                  <a:pt x="18424" y="301788"/>
                  <a:pt x="41153" y="301788"/>
                </a:cubicBezTo>
                <a:close/>
                <a:moveTo>
                  <a:pt x="27435" y="41153"/>
                </a:moveTo>
                <a:cubicBezTo>
                  <a:pt x="27435" y="33577"/>
                  <a:pt x="33577" y="27435"/>
                  <a:pt x="41153" y="27435"/>
                </a:cubicBezTo>
                <a:lnTo>
                  <a:pt x="260635" y="27435"/>
                </a:lnTo>
                <a:cubicBezTo>
                  <a:pt x="268211" y="27435"/>
                  <a:pt x="274353" y="33577"/>
                  <a:pt x="274353" y="41153"/>
                </a:cubicBezTo>
                <a:lnTo>
                  <a:pt x="274353" y="260635"/>
                </a:lnTo>
                <a:cubicBezTo>
                  <a:pt x="274353" y="268211"/>
                  <a:pt x="268211" y="274353"/>
                  <a:pt x="260635" y="274353"/>
                </a:cubicBezTo>
                <a:lnTo>
                  <a:pt x="41153" y="274353"/>
                </a:lnTo>
                <a:cubicBezTo>
                  <a:pt x="33577" y="274353"/>
                  <a:pt x="27435" y="268211"/>
                  <a:pt x="27435" y="260635"/>
                </a:cubicBezTo>
                <a:close/>
              </a:path>
            </a:pathLst>
          </a:custGeom>
          <a:solidFill>
            <a:srgbClr val="000000"/>
          </a:solidFill>
          <a:ln w="1369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D08752D-96CE-7CD5-72E3-728914FC05C8}"/>
              </a:ext>
            </a:extLst>
          </p:cNvPr>
          <p:cNvSpPr/>
          <p:nvPr/>
        </p:nvSpPr>
        <p:spPr>
          <a:xfrm>
            <a:off x="6707340" y="4873446"/>
            <a:ext cx="184923" cy="260333"/>
          </a:xfrm>
          <a:custGeom>
            <a:avLst/>
            <a:gdLst>
              <a:gd name="connsiteX0" fmla="*/ 0 w 184923"/>
              <a:gd name="connsiteY0" fmla="*/ 260334 h 260333"/>
              <a:gd name="connsiteX1" fmla="*/ 184923 w 184923"/>
              <a:gd name="connsiteY1" fmla="*/ 130167 h 260333"/>
              <a:gd name="connsiteX2" fmla="*/ 0 w 184923"/>
              <a:gd name="connsiteY2" fmla="*/ 0 h 260333"/>
              <a:gd name="connsiteX3" fmla="*/ 0 w 184923"/>
              <a:gd name="connsiteY3" fmla="*/ 260334 h 260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923" h="260333">
                <a:moveTo>
                  <a:pt x="0" y="260334"/>
                </a:moveTo>
                <a:lnTo>
                  <a:pt x="184923" y="130167"/>
                </a:lnTo>
                <a:lnTo>
                  <a:pt x="0" y="0"/>
                </a:lnTo>
                <a:lnTo>
                  <a:pt x="0" y="260334"/>
                </a:lnTo>
                <a:close/>
              </a:path>
            </a:pathLst>
          </a:custGeom>
          <a:solidFill>
            <a:srgbClr val="000000"/>
          </a:solidFill>
          <a:ln w="62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CABC46-1C9E-57BD-80DE-04CD8054A6CE}"/>
              </a:ext>
            </a:extLst>
          </p:cNvPr>
          <p:cNvSpPr/>
          <p:nvPr/>
        </p:nvSpPr>
        <p:spPr>
          <a:xfrm>
            <a:off x="6901666" y="4873446"/>
            <a:ext cx="184923" cy="260333"/>
          </a:xfrm>
          <a:custGeom>
            <a:avLst/>
            <a:gdLst>
              <a:gd name="connsiteX0" fmla="*/ 0 w 184923"/>
              <a:gd name="connsiteY0" fmla="*/ 260334 h 260333"/>
              <a:gd name="connsiteX1" fmla="*/ 184923 w 184923"/>
              <a:gd name="connsiteY1" fmla="*/ 130167 h 260333"/>
              <a:gd name="connsiteX2" fmla="*/ 0 w 184923"/>
              <a:gd name="connsiteY2" fmla="*/ 0 h 260333"/>
              <a:gd name="connsiteX3" fmla="*/ 0 w 184923"/>
              <a:gd name="connsiteY3" fmla="*/ 260334 h 260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923" h="260333">
                <a:moveTo>
                  <a:pt x="0" y="260334"/>
                </a:moveTo>
                <a:lnTo>
                  <a:pt x="184923" y="130167"/>
                </a:lnTo>
                <a:lnTo>
                  <a:pt x="0" y="0"/>
                </a:lnTo>
                <a:lnTo>
                  <a:pt x="0" y="260334"/>
                </a:lnTo>
                <a:close/>
              </a:path>
            </a:pathLst>
          </a:custGeom>
          <a:solidFill>
            <a:srgbClr val="000000"/>
          </a:solidFill>
          <a:ln w="62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2" name="Graphic 21" descr="Back with solid fill">
            <a:extLst>
              <a:ext uri="{FF2B5EF4-FFF2-40B4-BE49-F238E27FC236}">
                <a16:creationId xmlns:a16="http://schemas.microsoft.com/office/drawing/2014/main" id="{3128EEB7-6E48-0EB2-C289-CC666C27D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239569" flipV="1">
            <a:off x="6461799" y="2640759"/>
            <a:ext cx="780778" cy="372102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00B7817-8532-9D88-47D6-BBCB739E6162}"/>
              </a:ext>
            </a:extLst>
          </p:cNvPr>
          <p:cNvCxnSpPr>
            <a:cxnSpLocks/>
          </p:cNvCxnSpPr>
          <p:nvPr/>
        </p:nvCxnSpPr>
        <p:spPr>
          <a:xfrm flipH="1" flipV="1">
            <a:off x="6391278" y="2394660"/>
            <a:ext cx="488955" cy="1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2FCC9A0-46AA-FBD8-13E2-BB7BC98A717E}"/>
              </a:ext>
            </a:extLst>
          </p:cNvPr>
          <p:cNvSpPr/>
          <p:nvPr/>
        </p:nvSpPr>
        <p:spPr>
          <a:xfrm>
            <a:off x="6460225" y="2159888"/>
            <a:ext cx="137176" cy="120138"/>
          </a:xfrm>
          <a:prstGeom prst="rect">
            <a:avLst/>
          </a:prstGeom>
          <a:solidFill>
            <a:srgbClr val="FFC000"/>
          </a:solidFill>
          <a:ln w="12700" cap="rnd">
            <a:rou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0D4688-6677-916C-406E-A369A2746928}"/>
              </a:ext>
            </a:extLst>
          </p:cNvPr>
          <p:cNvSpPr/>
          <p:nvPr/>
        </p:nvSpPr>
        <p:spPr>
          <a:xfrm>
            <a:off x="6460225" y="2516144"/>
            <a:ext cx="137176" cy="120138"/>
          </a:xfrm>
          <a:prstGeom prst="rect">
            <a:avLst/>
          </a:prstGeom>
          <a:solidFill>
            <a:srgbClr val="FFC000"/>
          </a:solidFill>
          <a:ln w="12700" cap="rnd">
            <a:rou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27A64C-D880-0D12-5F6E-5486A010E999}"/>
              </a:ext>
            </a:extLst>
          </p:cNvPr>
          <p:cNvSpPr/>
          <p:nvPr/>
        </p:nvSpPr>
        <p:spPr>
          <a:xfrm>
            <a:off x="6652272" y="2108287"/>
            <a:ext cx="219482" cy="219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rnd">
            <a:rou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971AFF-49B2-C3F5-284F-95C0D8CC529D}"/>
              </a:ext>
            </a:extLst>
          </p:cNvPr>
          <p:cNvSpPr/>
          <p:nvPr/>
        </p:nvSpPr>
        <p:spPr>
          <a:xfrm>
            <a:off x="6652272" y="2472719"/>
            <a:ext cx="219482" cy="2194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rnd">
            <a:rou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BC8794-0383-DE93-1E56-A166F9353A44}"/>
              </a:ext>
            </a:extLst>
          </p:cNvPr>
          <p:cNvSpPr/>
          <p:nvPr/>
        </p:nvSpPr>
        <p:spPr>
          <a:xfrm>
            <a:off x="6926625" y="2064942"/>
            <a:ext cx="301786" cy="3017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rnd">
            <a:rou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4CCA31A-BB33-4F45-EEA5-7CD268D2831C}"/>
              </a:ext>
            </a:extLst>
          </p:cNvPr>
          <p:cNvSpPr/>
          <p:nvPr/>
        </p:nvSpPr>
        <p:spPr>
          <a:xfrm>
            <a:off x="6926625" y="2434727"/>
            <a:ext cx="301786" cy="301787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 cap="rnd">
            <a:rou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00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Dario Airoldi</dc:creator>
  <cp:lastModifiedBy>Dario Airoldi</cp:lastModifiedBy>
  <cp:revision>2</cp:revision>
  <dcterms:created xsi:type="dcterms:W3CDTF">2023-08-07T11:46:38Z</dcterms:created>
  <dcterms:modified xsi:type="dcterms:W3CDTF">2023-08-16T21:22:03Z</dcterms:modified>
</cp:coreProperties>
</file>