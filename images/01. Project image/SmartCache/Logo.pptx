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60"/>
  </p:normalViewPr>
  <p:slideViewPr>
    <p:cSldViewPr snapToGrid="0">
      <p:cViewPr>
        <p:scale>
          <a:sx n="100" d="100"/>
          <a:sy n="100" d="100"/>
        </p:scale>
        <p:origin x="942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5ACF-F8BD-B8BE-F50A-FFE6867C9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89ED-23C8-48F0-A055-963D21DE5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2A04-E2A1-C6EB-04C0-590B3B99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BB22C-7D9D-3DB2-4DB8-7FB98C38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DF85-DF2F-BF94-D707-8F96CD74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9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BDA5-DD23-B53A-569A-FCABC5F3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9A855-AFCF-CB18-2008-49695B5FF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03B9-4C9A-E4B6-FC64-E32098A5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7B50-A5CE-3B5B-CCDE-8BFFA669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A485-2866-D5F3-31FF-687D6138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3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FBA8-06CC-C9BA-E268-0CB8731B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3F9E-8A09-66E5-FB38-1F8564E8E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E3BB2-1527-96AB-216E-8C1F17D6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FFE2-6B21-EA5C-9E96-622AAE87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944A-FB3C-5910-EE4F-4585180E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2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8A7A-7084-4B22-2C01-98159853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A9DCF-2E5C-251D-1EFF-F4B51F09C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091A4-A4F4-B114-9DF4-C84605A2D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26528-B11C-227D-D5AA-0E7905B6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19D1-B2EC-3D65-764E-68EF493B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B554E-D9C6-AFE9-66C3-A7221FD3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151C-17B2-BA85-F3B7-D508A335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E720E-E5E9-EE7D-0F30-E1FBB4A2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06E0D-AE90-5DF5-E3A2-15E906CC3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B5147-3B0C-E6DF-E6A0-13AE2727C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038AD-64D8-013B-7651-79B61283B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47149-586A-701E-7A0A-706C2092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4EA106-7AD1-E9CC-FBC2-51DD6466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D43C9-5B09-AD20-0542-3CC3EF70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7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6B6A-B46A-B8FB-4407-2E0A0D57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B480F-4836-5C75-1FE9-0523DC80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F8581-3996-4A75-0C79-1C01FA4E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E8360-C0CF-1EA6-41F9-A19A7D00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4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D0C54-6D38-1A84-6C50-943232A4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E69F0-E35C-6026-83ED-2061E9DA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C8D35-B20A-A406-C1D4-BA34001E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7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0DFA-1DBE-17D0-998A-A6B6A0F0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825F-5E0C-258A-47A2-47E3EE6F4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7B820-D676-5607-EF7B-FAB2EF87D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68100-AB45-9873-AC87-73A62573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37F65-CAE7-24A6-B157-43CBA741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FA283-C620-14BC-6B15-549C2CCD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9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AEB5-C9ED-E682-CF3A-D52DA87D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E1D06-7521-84B2-584C-A14ED0425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1E3B9-A2A0-1898-0538-8027B6680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0F08F-68B2-3187-8B45-C102B4A9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6E637-716F-8656-A136-E0EF3F41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C9ECB-77DF-3DAD-7B61-2B75D10E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5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4BB1-C299-5C4F-75A9-DE71196F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F1D9E-40D3-4E92-CA56-9096BA107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AE3E0-2B1C-D2D5-4AFA-BABC6497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55A5-B77D-40A5-11E5-1863601A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CCC9C-772A-B9B3-AE0B-E5443A34C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0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5C5E7-6419-F606-4EF3-C34F49AB3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BEFE6-4EB1-125C-D7C4-D8404B06E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4B78-EF59-1A93-CF57-9C09D634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475D2-BAF1-DE21-0E87-49332526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2997-0FFE-5553-F5AF-974291BF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8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7EA6A-626C-E2AD-742E-89C4772C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C2557-60ED-6B80-D49C-8C9B494F3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A2C03-9176-3091-059E-F74619AF0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046E5-6622-4B04-9B44-3E42186FC053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A2FA3-4ADE-B6D2-70A8-B5B95E08C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FD742-A857-D9B5-C384-D8D001C84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6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Aperture outline">
            <a:extLst>
              <a:ext uri="{FF2B5EF4-FFF2-40B4-BE49-F238E27FC236}">
                <a16:creationId xmlns:a16="http://schemas.microsoft.com/office/drawing/2014/main" id="{37F82F67-1D88-C806-69DD-E317DD617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4052" y="115888"/>
            <a:ext cx="914400" cy="914400"/>
          </a:xfrm>
          <a:prstGeom prst="rect">
            <a:avLst/>
          </a:prstGeom>
        </p:spPr>
      </p:pic>
      <p:pic>
        <p:nvPicPr>
          <p:cNvPr id="8" name="Graphic 7" descr="Target with solid fill">
            <a:extLst>
              <a:ext uri="{FF2B5EF4-FFF2-40B4-BE49-F238E27FC236}">
                <a16:creationId xmlns:a16="http://schemas.microsoft.com/office/drawing/2014/main" id="{88CA54A3-5B93-88C2-DDA3-00D0D015D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6157" y="2730510"/>
            <a:ext cx="914400" cy="914400"/>
          </a:xfrm>
          <a:prstGeom prst="rect">
            <a:avLst/>
          </a:prstGeom>
        </p:spPr>
      </p:pic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3E937C29-2B49-6C45-456D-8F941C5FD6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4052" y="1753310"/>
            <a:ext cx="914400" cy="914400"/>
          </a:xfrm>
          <a:prstGeom prst="rect">
            <a:avLst/>
          </a:prstGeom>
        </p:spPr>
      </p:pic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A41261BA-CF5F-0C0E-FE9B-72D567244B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54052" y="934599"/>
            <a:ext cx="914400" cy="914400"/>
          </a:xfrm>
          <a:prstGeom prst="rect">
            <a:avLst/>
          </a:prstGeom>
        </p:spPr>
      </p:pic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E4ADD137-BD01-4771-857A-693CD3C82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57174"/>
              </p:ext>
            </p:extLst>
          </p:nvPr>
        </p:nvGraphicFramePr>
        <p:xfrm>
          <a:off x="331443" y="435381"/>
          <a:ext cx="9384750" cy="58521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8550">
                  <a:extLst>
                    <a:ext uri="{9D8B030D-6E8A-4147-A177-3AD203B41FA5}">
                      <a16:colId xmlns:a16="http://schemas.microsoft.com/office/drawing/2014/main" val="406125983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49408175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20802465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65905229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4888151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59101346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01359789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62223805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6647115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58542769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39095276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86020289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20942648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563130868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5642457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55883480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4336386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25666543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87866385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955341164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78712339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82983590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03535995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056953328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84787931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83794393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71520967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342075170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81446726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78055085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96663399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7478374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85467236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3357594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126546484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80584572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86120789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730713584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64437725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21098180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46816330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88061245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56731710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240804578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54452391"/>
                    </a:ext>
                  </a:extLst>
                </a:gridCol>
              </a:tblGrid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336191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90120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505437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747539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3324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415560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540577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21756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110416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90515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96234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40053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612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974513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91592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81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B8F1-162D-8238-4AC8-1520EB27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54B3-83A0-E952-F344-377D3A8B1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00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Dario Airoldi</dc:creator>
  <cp:lastModifiedBy>Dario Airoldi</cp:lastModifiedBy>
  <cp:revision>1</cp:revision>
  <dcterms:created xsi:type="dcterms:W3CDTF">2023-08-07T11:46:38Z</dcterms:created>
  <dcterms:modified xsi:type="dcterms:W3CDTF">2023-08-07T13:12:18Z</dcterms:modified>
</cp:coreProperties>
</file>